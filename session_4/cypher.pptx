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CDF47-C760-19D6-044A-FD36B2B41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DA1D7-B231-F2C1-519E-B72719FDA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23B2B-8A98-9EB0-5AE5-8E9A8093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1C79-5E9D-BD32-EE87-2E791743B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44B4-4956-99E4-CB49-8E298DD0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0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3AC1-ACEB-D0E0-DB6B-F5336C34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E1C54-214F-736F-EDD1-3EAB3CD3A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669AB-F975-27DD-A03A-A2148295E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E97C3-C93F-2E9D-83BD-F5262A95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9F58-3B2E-7472-878D-526ECE22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DD20-85BD-2B24-B0E7-9D0E421B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40DB0-C896-D45B-16D7-8CA870EB8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67378-F93E-CE66-FFA2-33A5BE03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BA828-6431-B34D-C942-3FB5F6E8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0521-0DAC-7731-1B09-E2FFEEDB3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079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B43A1-A9E6-DE2D-EA80-9C5A87673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F9FE-EAA4-FFB4-E076-6E35BFEBA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2EDF7-F9D9-276E-3842-CB8E41810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BC344-E1D6-5749-2341-7C75F901C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73759-33B9-097E-C23F-FE28455A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DACAE-B984-B671-53E9-F0420331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796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9458-5EC6-8AB5-CBA1-45D04078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1B0BE-F140-5C6C-7E95-6A63C2A5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3AF79-0150-0DCA-88DC-F6E455EC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BC15B-0717-2542-4994-ED61EB6F3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1B19E-F705-F064-6DC2-36864CB60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B7431-975C-F47C-BAC3-3DCED23C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C8C33-58A6-AB6B-3EE8-8C5871C2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26457-30C4-06EB-A83E-C79CD1B4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89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4D85-AFAE-5823-6946-86D490D64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1C742-B347-C245-8426-BC6D312E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3E4DB-9104-07E1-7A04-EE38280B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C1C43-162E-2D66-254E-26B2E466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351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17C3C-1B14-33EF-83A4-0AC24088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421C1-D9FE-EDC2-14D4-9926D8B7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7FE68-83DF-E877-0E75-2372E384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12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620F-CB1E-2348-BCC3-F2B841E57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29E0-E09F-2C41-9443-FA612784A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BC33B-5714-2711-2B9F-AE85EC3DB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88405-2AE1-9C73-3BF4-F6D68C42C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242E5-DC1C-DB7C-8DF0-A2166C73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B77A-4A0A-1FA2-4DFE-5422A9F9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781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A16C-F233-2248-6012-52FA29FC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AB48E0-E7DA-CC60-0D63-FE440C8CD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F3C34-524F-9D77-1E06-84ACCA20E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DE319-8A8C-781C-51E8-C73DCC8AA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3D2BA-5D1B-17E6-3CD2-7986000E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DB0E2-F1B6-026D-91F5-3A1DDBDB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359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481CD-7681-A048-DF56-72F23BDF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841B-4546-BE3B-5360-0507A07046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D757-A256-E2EF-BA83-57C351DD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6C88C-3869-8C85-B734-091B617B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DEFD3-A558-BF64-53FD-8F2D9C81D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184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83E3D-EE1F-7DEE-EADB-1527F696A2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C5EE8-6B80-FFF1-0FBC-8BA1C66C1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DD301-0434-3A7C-29AF-3EE55E34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8B610-B2A8-F9BF-4795-0D6D6B93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236EB-DFFF-238D-CA24-9A79DC1E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477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C7A96-6CF3-0612-D981-9E3FFB00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329CD-3F02-2AAE-BA05-EF1230630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CAC5-F2FC-8EAB-B5ED-78C68B060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424F9-2C8C-46ED-AB78-7AB0378EBEBD}" type="datetimeFigureOut">
              <a:rPr lang="fr-FR" smtClean="0"/>
              <a:t>29/10/2026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2CCDF-9C3C-9E4A-C65E-70B6C2D97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8E5A9-4072-A78C-0485-197CD4910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72626-411D-4FAF-9246-CF0F73C0AE0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40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B3447-A12D-F6FB-23FF-5AAD25817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5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18904E-F6F8-C9E6-22DB-19B1538D6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72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23E350-F664-B33F-19DE-5AD48E5A7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6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2C16B2-E710-7793-A82A-4414CF5C2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4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D7E06C-CCA0-9A43-3633-6935FDC0B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7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374A9-1162-7CB3-1F51-6DD6A4CA8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2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0187B-6F3E-666C-F525-BDCF151E2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2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6009C-8651-FA92-092A-633F7DC4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92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CD2A9-4C98-0618-58C3-F43FB066B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69456-FBB9-8074-ABB8-B8A9F1967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2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14E11-8458-037A-7733-FDB2DB319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8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FDC12-8309-0315-6AD7-0F770DABE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98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97373-031E-148C-FDC8-422A0DA89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2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F0793F-D773-8670-5260-8674FB8AB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6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bilal.benmahria.up@gmail.com</dc:creator>
  <cp:lastModifiedBy>bilal.benmahria.up@gmail.com</cp:lastModifiedBy>
  <cp:revision>2</cp:revision>
  <dcterms:created xsi:type="dcterms:W3CDTF">2026-10-29T23:46:05Z</dcterms:created>
  <dcterms:modified xsi:type="dcterms:W3CDTF">2026-10-30T00:10:09Z</dcterms:modified>
</cp:coreProperties>
</file>
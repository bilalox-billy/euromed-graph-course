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56" r:id="rId4"/>
    <p:sldId id="258" r:id="rId5"/>
    <p:sldId id="259" r:id="rId6"/>
    <p:sldId id="260" r:id="rId7"/>
    <p:sldId id="265" r:id="rId8"/>
    <p:sldId id="262" r:id="rId9"/>
    <p:sldId id="266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C939-7C1E-35B2-31D4-FB23933EC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625D2-AD33-2210-3275-1DEBB3F47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72773-B3AD-4BA7-F808-A5D24173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EFD7E-487C-22F1-2867-17A24370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2D635-64BF-399C-A969-8A2D291D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70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C2AA-DF24-9DBF-629B-EC334E37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D1B4C-A893-10A0-2A3E-23E4F4562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2B534-BD40-C457-AE5F-35C20C44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80E3C-D960-3BB8-5E40-B1B67331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F6F4C-9079-13BF-2600-E2407756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10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077E-622B-A012-CAFE-2F51E8B5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34A70-F1E4-B097-F734-F7A419A52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B8341-59E6-7176-B05A-E0B07223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2CCF2-AD76-0A5F-8776-6733B8A69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A3AAC-AC0F-8A20-7577-5CA36058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020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98F1-A447-C855-6F03-B5355AF1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25DA-484F-87DD-876F-AAC9B3E9B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D472D-CEC1-0083-9017-3DBA527B3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3C0EB-EAEB-68CF-ECB2-F712C411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4E36A-E237-65BE-6265-0629F32E5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552C7-3B31-57B8-F971-7A3CDA37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523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944CC-E37E-D3F0-01FF-4E23C469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13048-3AC4-57BF-8F4B-BC03D2240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6C2A5-A100-E188-0FC7-2F57CA108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B1F28-EDD5-9D77-5B9D-D64CA7BAE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23C4A-982A-607F-3B36-914358615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A2943-E046-5094-3C2E-536F7BB6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D3480F-C84B-8821-DC7A-C654409C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1CEB28-90BF-AA32-2FF4-EC7CF2FB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65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BC56-8A5E-915F-DB64-63D8CD69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32E74-2645-4AB4-8843-9F395740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74EC6-951E-3456-0842-AC31CD2A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AB26B-CA1A-FB81-E0CF-637DF893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932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CDDE2B-E971-0E4E-4C87-31D19674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37150-DEE5-6B86-9F28-302968EB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302DD-3BA0-DFA2-900A-57AE71B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78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F2C3-D021-AF1E-45B2-CF8A9641B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D0464-3213-26EF-58F8-B78A09DB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2753A-5EE4-386F-E2A0-51DDD95CC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C9C02-DFE1-D9DC-0EA9-67D8A458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C00A3-78E1-DBA1-F8E4-DF8CBE14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5940C-E60F-7DB1-E198-A4275A2A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37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00A6D-7ED0-C9E1-5D01-EF73DF88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B5D43-3B8E-441F-120E-5096A8111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D03FA-08C4-BC64-38BA-378D5F60D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182E3-6010-27F1-09A0-B84CF160D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C8E48-DA7E-97E6-305B-C835D3CD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1AF8B-C56A-80C9-8CF8-1D725879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7582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1E5B5-08CA-DFF3-78A0-871703A9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15BBF-D260-578E-492E-B8413B428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6FA20-6DC0-48A7-C779-A5461325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D0AB6-8B94-0BBE-B445-9B06342F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E34C8-3765-D53B-854E-F8D0CEAB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35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11368-1176-CF1A-E0A1-3360B4699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7D28C-ECE2-AD45-19A9-765C289FD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EE6A5-8A23-4FA4-E45B-7B018C33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C3009-14E2-7A76-8A51-C2A30C5F9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CD604-49B1-FF52-C89A-0C2C7BB1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86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BA483-B926-4A3F-1B28-BDC508B6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F3D90-71A9-2E64-48C6-7D79961F1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C160C-EE98-C1FD-12B6-F17DE629C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E32DD-693C-4B71-B360-5FA3C01BF26C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FC9F4-7811-B27B-D40D-13CA0D73A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1F87B-6C29-3F56-123E-AF5831AE7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2E289-8B08-499D-AD77-96498A9E1FF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0869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9C5D4D-AEBD-9DB3-D814-D536EB760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0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7AB555-FB73-9A09-84C8-CD8D7D0FA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8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4F0650-F5F6-071A-5299-20BB4941B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3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CC6FA-2277-7BD5-C3A3-38BABEE21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4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3A53F9-727E-ED71-35C7-37A04159C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0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370C6C-5B43-6151-3CB5-8735B228A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7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20E8E8-7CBD-F4AF-D8B3-FDDC1A59A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71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C8E59-44A9-9127-542A-A7EC05117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89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9D0D4B-57D7-890B-5428-EB69FE048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94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ED4F37-C904-CBB7-0578-5DBD41AD8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02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C61E67-24C5-2DE2-E377-41C14AC0C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9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DAAB09-4624-4747-EB7F-E22A8A480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1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D615B-3528-6A16-3DF9-A670BF5E5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4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9C2A8A-7A66-C937-9FDF-4C7FC7975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53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156B6-8281-7963-F6C3-00502472D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23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7951FA-2491-DBE9-92E9-9A3F21E30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6C422-0A91-563D-09EE-61361C8B5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07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bilal.benmahria.up@gmail.com</dc:creator>
  <cp:lastModifiedBy>bilal.benmahria.up@gmail.com</cp:lastModifiedBy>
  <cp:revision>2</cp:revision>
  <dcterms:created xsi:type="dcterms:W3CDTF">2026-10-29T23:51:28Z</dcterms:created>
  <dcterms:modified xsi:type="dcterms:W3CDTF">2026-10-30T00:08:17Z</dcterms:modified>
</cp:coreProperties>
</file>